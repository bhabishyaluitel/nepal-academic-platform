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0082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00A682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3977640" cy="347472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Academic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Platform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Assessment, automated — for Grades 1 to 5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908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46085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paper-register scoring teachers already know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1480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50657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· WGPA · Percentage calculated automatically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0527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55229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 photographed ledger page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school leadership  ·  by the developer who built 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00A6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029200"/>
            <a:ext cx="5029200" cy="5029200"/>
          </a:xfrm>
          <a:prstGeom prst="ellipse">
            <a:avLst/>
          </a:prstGeom>
          <a:solidFill>
            <a:srgbClr val="008266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 explain it — here it is, running.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704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in this deck from here on is the live product I built — not a mockup, not a wireframe.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21128" y="1783080"/>
            <a:ext cx="69494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228600" dist="63500" dir="5400000">
              <a:srgbClr val="1E293B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214" y="1929384"/>
            <a:ext cx="6481267" cy="40507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6355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teacher login, my own class list — this is what a teacher sees the moment they sign in.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day still means a stack of paper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calculator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1720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2313432"/>
            <a:ext cx="6629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card is recalculated by hand — subject by subject, student by student, term after term.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658368" cy="6583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3364992"/>
            <a:ext cx="6629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arithmetic slip quietly changes a GPA, and there's no easy way to catch it.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658368" cy="6583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4416552"/>
            <a:ext cx="6629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copy of a term's marks is the physical register itself — no backup, no search, no history.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366760" y="1691640"/>
            <a:ext cx="3291840" cy="3566160"/>
          </a:xfrm>
          <a:prstGeom prst="roundRect">
            <a:avLst>
              <a:gd name="adj" fmla="val 3889"/>
            </a:avLst>
          </a:prstGeom>
          <a:solidFill>
            <a:srgbClr val="005F48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836676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DE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100s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30632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calculations behind a single term's report cards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823960" y="4343400"/>
            <a:ext cx="2377440" cy="0"/>
          </a:xfrm>
          <a:prstGeom prst="line">
            <a:avLst/>
          </a:prstGeom>
          <a:noFill/>
          <a:ln w="12700">
            <a:solidFill>
              <a:srgbClr val="00A68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686800" y="4526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A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grades × 7 subjects × 4 skill areas × every student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82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00A6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05F48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digitized the register</a:t>
            </a:r>
            <a:endParaRPr lang="en-US" sz="3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changing how teachers work.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118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1–4 scoring scale. Same formula. Everything after that is automatic.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973" y="4617720"/>
            <a:ext cx="731520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990" y="4846320"/>
            <a:ext cx="310896" cy="31089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383" y="4617720"/>
            <a:ext cx="731520" cy="73152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00" y="4846320"/>
            <a:ext cx="310896" cy="310896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793" y="4617720"/>
            <a:ext cx="731520" cy="73152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810" y="4846320"/>
            <a:ext cx="310896" cy="310896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6203" y="4617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start to finish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2148840"/>
            <a:ext cx="768096" cy="7680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63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Marks Entry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204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scores each student 1–4 per skill area — exactly like the paper register.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333298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19272" y="182880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524" y="2148840"/>
            <a:ext cx="768096" cy="7680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56432" y="3063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Auto-Calculate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02152" y="35204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WGPA and Percentage computed instantly. Zero manual math, zero spreadsheets.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332988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89904" y="182880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12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156" y="2148840"/>
            <a:ext cx="768096" cy="7680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27064" y="3063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Report Card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6272784" y="35204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 rolls up into one clear summary, per student, in real time.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3332988"/>
            <a:ext cx="237744" cy="23774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860536" y="182880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12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3788" y="2148840"/>
            <a:ext cx="768096" cy="76809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997696" y="3063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Done</a:t>
            </a:r>
            <a:endParaRPr lang="en-US" sz="1600" dirty="0"/>
          </a:p>
        </p:txBody>
      </p:sp>
      <p:sp>
        <p:nvSpPr>
          <p:cNvPr id="23" name="Text 14"/>
          <p:cNvSpPr txBox="1"/>
          <p:nvPr/>
        </p:nvSpPr>
        <p:spPr>
          <a:xfrm>
            <a:off x="9043416" y="35204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review and share — no calculator, no re-typing, no waiting.</a:t>
            </a:r>
            <a:endParaRPr lang="en-US" sz="1150" dirty="0"/>
          </a:p>
        </p:txBody>
      </p:sp>
      <p:sp>
        <p:nvSpPr>
          <p:cNvPr id="24" name="Text 15"/>
          <p:cNvSpPr txBox="1"/>
          <p:nvPr/>
        </p:nvSpPr>
        <p:spPr>
          <a:xfrm>
            <a:off x="548640" y="5257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verified this line-by-line against the school's own photographed register — the formula and grade scale match exactly.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BY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exactly like the paper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teachers already use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00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2585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1–4 achievement scale, nothing new to learn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0837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29169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formula: % = (sum of scores) ÷ (4 × rows) × 100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6674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35753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grade scale, 90%+ = A+ down to below 35% = NG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2511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42336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required for teachers or staff</a:t>
            </a:r>
            <a:endParaRPr lang="en-US" sz="135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51023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class — I scored it myself in the app to prepare for this demo.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5486400" y="1417320"/>
            <a:ext cx="617220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228600" dist="63500" dir="5400000">
              <a:srgbClr val="1E293B">
                <a:alpha val="2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970" y="1563624"/>
            <a:ext cx="5423059" cy="45994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&amp; RUBRICS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curriculum library,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rubrics already built in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000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240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subjects, 5 grade levels, 4+ curriculum units each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18688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Nepali, Social Studies and Hamro Serofero taught in Devanagari — the rest in English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8736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3977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standard rubrics per subject, transcribed verbatim from the school's own rubric booklet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5604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 also add a custom rubric for any unit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943600" y="1280160"/>
            <a:ext cx="571500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228600" dist="63500" dir="5400000">
              <a:srgbClr val="1E293B">
                <a:alpha val="20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064" y="1426464"/>
            <a:ext cx="5384071" cy="46908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ACTUALLY HELPS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does the tedious part —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keep the judgment calls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9893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228600" dist="63500" dir="5400000">
              <a:srgbClr val="1E293B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265" y="2386584"/>
            <a:ext cx="4252070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16168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assessment page — the paper ledger panel is on the right of the form.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12280" y="2240280"/>
            <a:ext cx="4846320" cy="1783080"/>
          </a:xfrm>
          <a:prstGeom prst="roundRect">
            <a:avLst>
              <a:gd name="adj" fmla="val 6154"/>
            </a:avLst>
          </a:prstGeom>
          <a:solidFill>
            <a:srgbClr val="005F4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Computer-Vision Ledger Ingestion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81635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photograph the filled-in paper register page. Gemini vision reads every cell and skips any it can't read clearly, rather than guessing — the scores auto-fill the form for me to review before saving.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4160520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4352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Lesson Planning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47365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curriculum unit, I can generate a grade- and subject-appropriate lesson plan in seconds — not a free evening.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32320" y="5623560"/>
            <a:ext cx="42062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5742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tested the ledger scan against real Gemini vision calls — accurate on independent test images, including mixed regular/after-support marks.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SUBJECT, ONE PICTURE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 card builds itself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0082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E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every subject's GPA across the curriculum.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0082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E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WGPA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94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average, weighted by each subject's credit weight.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69164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0082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828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E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94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every subject's percentage score.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3063240"/>
            <a:ext cx="923544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228600" dist="63500" dir="5400000">
              <a:srgbClr val="1E293B">
                <a:alpha val="2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6442" y="3209544"/>
            <a:ext cx="5208636" cy="26791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14476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student's actual report card, right now — I entered real scores across all five subjects to prepare for today.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reviewed this like it's going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— because it will be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151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871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security audit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852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re-verified, on the server, every action that touches another user's data — not just trusted the screen.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2286000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15184"/>
            <a:ext cx="713232" cy="713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24871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Locked-down access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2852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hashed; every admin and teacher route is gated by role-aware checks.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142232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71416"/>
            <a:ext cx="713232" cy="7132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4343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production build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4709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build and lint pass with zero blocking errors.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80760" y="4142232"/>
            <a:ext cx="5166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471416"/>
            <a:ext cx="713232" cy="7132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23760" y="4343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Fixed, not just flagged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223760" y="4709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I found in this review, I fixed and re-verified live in the same session.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HONEST VERDICT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demo. Here's what I still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before it goes live.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886200"/>
          </a:xfrm>
          <a:prstGeom prst="roundRect">
            <a:avLst>
              <a:gd name="adj" fmla="val 2824"/>
            </a:avLst>
          </a:prstGeom>
          <a:solidFill>
            <a:srgbClr val="0082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TODAY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2461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entry → GPA/WGPA/Percentage → report card, working end-to-end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95935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9593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Rubrics, custom rubrics, and CV ledger scanning all tested live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67258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467258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security review completed, findings fixed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8581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538581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production build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331720"/>
            <a:ext cx="539496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25400">
            <a:solidFill>
              <a:srgbClr val="EAB30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6517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13232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REAL STUDENTS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32461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903720" y="32461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hosting and automated database backups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6629400" y="395935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903720" y="39593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teacher's sign-off on the curriculum content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629400" y="467258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903720" y="467258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/ PDF report cards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6629400" y="538581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903720" y="538581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Grade 1–5 rosters loaded in, replacing demo data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5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live, in five steps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10360152" cy="0"/>
          </a:xfrm>
          <a:prstGeom prst="line">
            <a:avLst/>
          </a:prstGeom>
          <a:noFill/>
          <a:ln w="38100">
            <a:solidFill>
              <a:srgbClr val="E8ED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655" y="2880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5823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3749040"/>
            <a:ext cx="1925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Back Up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233672"/>
            <a:ext cx="1889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hosting, HTTPS, automated database backups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686" y="288036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57854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059582" y="3749040"/>
            <a:ext cx="1925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Sign-Off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077870" y="4233672"/>
            <a:ext cx="1889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reviews and approves the seeded content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88036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29884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131613" y="3749040"/>
            <a:ext cx="1925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Printable Report Cards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149901" y="4233672"/>
            <a:ext cx="1889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export, ready to hand to a parent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746" y="288036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01914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203643" y="3749040"/>
            <a:ext cx="1925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Rosters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7221931" y="4233672"/>
            <a:ext cx="1889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Grade 1–5 students replace demo data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777" y="2880360"/>
            <a:ext cx="731520" cy="7315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073945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9275674" y="3749040"/>
            <a:ext cx="19257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9293962" y="4233672"/>
            <a:ext cx="1889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teachers, real terms, real report cards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840480"/>
            <a:ext cx="5486400" cy="5486400"/>
          </a:xfrm>
          <a:prstGeom prst="ellipse">
            <a:avLst/>
          </a:prstGeom>
          <a:solidFill>
            <a:srgbClr val="0082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00A682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600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built it. I tested it.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show you.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3977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walk you through it live — then let's talk about what it takes to go live for every classroom.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A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Springdale English Boarding School  ·  Academic Workflow Platform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2026-09-17T06:32:46Z</dcterms:created>
  <dcterms:modified xsi:type="dcterms:W3CDTF">2026-09-17T06:32:46Z</dcterms:modified>
</cp:coreProperties>
</file>